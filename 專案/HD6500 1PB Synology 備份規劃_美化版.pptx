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Synology 儲存規劃說明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HD6500 1PB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備份儲存規劃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519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硬體配置 · 儲存空間配置 · Volume 規劃建議</a:t>
            </a:r>
          </a:p>
        </p:txBody>
      </p:sp>
      <p:pic>
        <p:nvPicPr>
          <p:cNvPr id="5" name="Picture 4" descr="hd6500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48840"/>
            <a:ext cx="4846320" cy="1849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4160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Synology HD6500 · 4U 60-bay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01  硬體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HD6500 硬體配置圖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3080"/>
            <a:ext cx="10607040" cy="35152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14600" y="137160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480GB SSD ×2</a:t>
            </a:r>
          </a:p>
          <a:p>
            <a:pPr algn="ctr"/>
            <a:r>
              <a:rPr sz="11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DSM 系統碟 · RAID 1 保護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1655064"/>
            <a:ext cx="401604" cy="831062"/>
          </a:xfrm>
          <a:prstGeom prst="line">
            <a:avLst/>
          </a:prstGeom>
          <a:ln w="28575">
            <a:solidFill>
              <a:srgbClr val="E883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5384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4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系統碟與資料碟分離：</a:t>
            </a:r>
            <a:r>
              <a:rPr sz="14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DSM 安裝於 2 顆 480GB SSD（RAID 1），60 個硬碟槽全數作為資料儲存空間。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02  儲存空間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主機儲存空間配置 – HD6500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Group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83080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49240" y="1938528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719072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Volume 1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52928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Group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081528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3236976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017520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Volume 2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1376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51376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Group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379976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49240" y="4535424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4315968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Volume 3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554480"/>
            <a:ext cx="3090672" cy="3648456"/>
          </a:xfrm>
          <a:prstGeom prst="roundRect">
            <a:avLst>
              <a:gd name="adj" fmla="val 4733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總可用容量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1031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981</a:t>
            </a: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2004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顆 20TB NL-SAS HDD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822191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822191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組 RAID 6，每組 20 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4398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443984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個 Volume，各 327TB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每組 RAID 6 由 20 顆 20TB 硬碟組成，可容許同時 2 顆硬碟故障，可用容量約 327TB。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03  Volume 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Volume 配置方式比較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156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5394960" cy="320040"/>
          </a:xfrm>
          <a:prstGeom prst="rect">
            <a:avLst/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依 RAID Group 建立獨立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059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Volume 1 / 2 / 3，各 327TB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75564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建議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18688"/>
            <a:ext cx="420624" cy="420624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故障重建影響範圍小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8444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硬碟故障 rebuild 時不影響其他 Volume；例如修復 RAID Group 1，只影響 Volume 1。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98848"/>
            <a:ext cx="420624" cy="420624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805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IO 確實寫入對應硬碟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6460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資料寫入該 Volume 所屬 RAID Group 的硬碟，IO 分配明確可控。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554480"/>
            <a:ext cx="539496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5352" y="155448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560320"/>
            <a:ext cx="5394960" cy="32004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7556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方案二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合併為單一 Volume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45059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Volume A，共 981TB</a:t>
            </a:r>
          </a:p>
        </p:txBody>
      </p:sp>
      <p:sp>
        <p:nvSpPr>
          <p:cNvPr id="23" name="Oval 22"/>
          <p:cNvSpPr/>
          <p:nvPr/>
        </p:nvSpPr>
        <p:spPr>
          <a:xfrm>
            <a:off x="6565392" y="3218688"/>
            <a:ext cx="420624" cy="420624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重建影響整個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58444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任一 RAID Group 進行 rebuild 時，整個 Volume A 都會受到影響。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4498848"/>
            <a:ext cx="420624" cy="420624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4805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IO 集中於部分硬碟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486460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資料量在 327TB 以下時，RAID Group 2 / 3 的 HDD 都不會有 IO。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04  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Synology 儲存空間架構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822960"/>
          </a:xfrm>
          <a:prstGeom prst="roundRect">
            <a:avLst>
              <a:gd name="adj" fmla="val 15555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02336" cy="402336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0876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Share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64207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Share 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664207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File Level LUN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91672" cy="822960"/>
          </a:xfrm>
          <a:prstGeom prst="roundRect">
            <a:avLst>
              <a:gd name="adj" fmla="val 15555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724912"/>
            <a:ext cx="402336" cy="402336"/>
          </a:xfrm>
          <a:prstGeom prst="ellipse">
            <a:avLst/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1460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670048"/>
            <a:ext cx="3840480" cy="512064"/>
          </a:xfrm>
          <a:prstGeom prst="roundRect">
            <a:avLst>
              <a:gd name="adj" fmla="val 17857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Btrfs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7004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Block Level LUN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11091672" cy="1325880"/>
          </a:xfrm>
          <a:prstGeom prst="roundRect">
            <a:avLst>
              <a:gd name="adj" fmla="val 9655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982212"/>
            <a:ext cx="402336" cy="402336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0440"/>
            <a:ext cx="18288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630168"/>
            <a:ext cx="7653527" cy="1106424"/>
          </a:xfrm>
          <a:prstGeom prst="roundRect">
            <a:avLst>
              <a:gd name="adj" fmla="val 9917"/>
            </a:avLst>
          </a:prstGeom>
          <a:solidFill>
            <a:srgbClr val="D7F1F5"/>
          </a:solidFill>
          <a:ln w="12700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685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78"/>
                </a:solidFill>
                <a:latin typeface="微軟正黑體"/>
                <a:ea typeface="微軟正黑體"/>
                <a:cs typeface="微軟正黑體"/>
              </a:rPr>
              <a:t>Disk 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0233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9472" y="40233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40233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40233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90888" y="40233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name="adj" fmla="val 15555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239512"/>
            <a:ext cx="402336" cy="402336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2920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Disk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518464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SSD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518464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SATA HDD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59" y="5184648"/>
            <a:ext cx="2103120" cy="512064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SAS HDD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謝謝聆聽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