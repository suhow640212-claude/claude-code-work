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6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  <p:sldMasterId id="2147483746" r:id="rId2"/>
    <p:sldMasterId id="2147483757" r:id="rId3"/>
    <p:sldMasterId id="2147483769" r:id="rId4"/>
    <p:sldMasterId id="2147483784" r:id="rId5"/>
    <p:sldMasterId id="2147483812" r:id="rId6"/>
    <p:sldMasterId id="2147483868" r:id="rId7"/>
    <p:sldMasterId id="2147483883" r:id="rId8"/>
  </p:sldMasterIdLst>
  <p:notesMasterIdLst>
    <p:notesMasterId r:id="rId12"/>
  </p:notesMasterIdLst>
  <p:sldIdLst>
    <p:sldId id="843" r:id="rId9"/>
    <p:sldId id="973" r:id="rId10"/>
    <p:sldId id="969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P" initials="Z" lastIdx="18" clrIdx="0">
    <p:extLst>
      <p:ext uri="{19B8F6BF-5375-455C-9EA6-DF929625EA0E}">
        <p15:presenceInfo xmlns:p15="http://schemas.microsoft.com/office/powerpoint/2012/main" userId="Z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F6600"/>
    <a:srgbClr val="FFFF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2986" autoAdjust="0"/>
  </p:normalViewPr>
  <p:slideViewPr>
    <p:cSldViewPr snapToGrid="0">
      <p:cViewPr>
        <p:scale>
          <a:sx n="66" d="100"/>
          <a:sy n="66" d="100"/>
        </p:scale>
        <p:origin x="590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5439CF-408E-4442-9D18-3B7CCF8D47B6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8245B-DC1A-41C4-8C56-D7B106BC2C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759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3CB16-B1FB-4CA4-AA5B-15D2843B1ED7}" type="slidenum">
              <a:rPr lang="zh-TW" altLang="en-US" smtClean="0">
                <a:solidFill>
                  <a:prstClr val="black"/>
                </a:solidFill>
              </a:rPr>
              <a:pPr/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178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sz="2000" dirty="0">
                <a:solidFill>
                  <a:srgbClr val="0070C0"/>
                </a:solidFill>
              </a:rPr>
              <a:t>Snapshot Replication </a:t>
            </a:r>
            <a:r>
              <a:rPr lang="zh-TW" altLang="en-US" sz="2000" dirty="0"/>
              <a:t>讓你透過快照技術，對資料進行快照備份，並可從主要備份地點複寫到異地儲存空間，即便災難發生，仍可從遠端伺服器取回重要資料。</a:t>
            </a:r>
            <a:endParaRPr lang="en-CA" altLang="zh-TW" sz="2000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2000" dirty="0"/>
          </a:p>
          <a:p>
            <a:pPr marL="0" indent="0">
              <a:buFontTx/>
              <a:buNone/>
            </a:pP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pPr hangingPunct="0"/>
            <a:fld id="{76B51969-DAA3-436C-8BE4-1E694A88F893}" type="slidenum">
              <a:rPr lang="zh-TW" altLang="en-US" kern="0" smtClean="0">
                <a:solidFill>
                  <a:srgbClr val="000000"/>
                </a:solidFill>
                <a:sym typeface="Calibri"/>
              </a:rPr>
              <a:pPr hangingPunct="0"/>
              <a:t>2</a:t>
            </a:fld>
            <a:endParaRPr lang="zh-TW" altLang="en-US" kern="0">
              <a:solidFill>
                <a:srgbClr val="000000"/>
              </a:solidFill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9668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B:\TradeShows &amp; Events\2014\09.13 Taiwan-Synology 2015_Andrew &amp; Dennis\18. slide\母片\artwork\PPT-bg-0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12187065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7" y="1380078"/>
            <a:ext cx="8574623" cy="2616199"/>
          </a:xfrm>
        </p:spPr>
        <p:txBody>
          <a:bodyPr anchor="b">
            <a:normAutofit/>
          </a:bodyPr>
          <a:lstStyle>
            <a:lvl1pPr algn="r">
              <a:defRPr sz="3375" baseline="0">
                <a:effectLst/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80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1181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257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2026/10/6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70511" y="6352621"/>
            <a:ext cx="4324044" cy="365125"/>
          </a:xfrm>
        </p:spPr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en-US" altLang="zh-TW">
                <a:solidFill>
                  <a:prstClr val="black"/>
                </a:solidFill>
              </a:rPr>
              <a:t>Copyright © 2013 Synology Inc.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192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Kozuka Gothic Pro EL" panose="020B0200000000000000" pitchFamily="34" charset="-128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2026/10/6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Kozuka Gothic Pro EL" panose="020B0200000000000000" pitchFamily="34" charset="-128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63" y="5867141"/>
            <a:ext cx="551167" cy="365125"/>
          </a:xfrm>
        </p:spPr>
        <p:txBody>
          <a:bodyPr/>
          <a:lstStyle>
            <a:lvl1pPr>
              <a:defRPr baseline="0">
                <a:latin typeface="Kozuka Gothic Pro EL" panose="020B0200000000000000" pitchFamily="34" charset="-128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64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2026/10/6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2477" y="1722120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4"/>
          </p:nvPr>
        </p:nvSpPr>
        <p:spPr>
          <a:xfrm>
            <a:off x="2002478" y="232627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+mn-ea"/>
              </a:defRPr>
            </a:lvl1pPr>
            <a:lvl2pPr marL="257168" indent="0">
              <a:buNone/>
              <a:defRPr sz="1500" baseline="0">
                <a:latin typeface="+mn-lt"/>
                <a:ea typeface="+mn-ea"/>
              </a:defRPr>
            </a:lvl2pPr>
            <a:lvl3pPr marL="514337" indent="0">
              <a:buNone/>
              <a:defRPr sz="1200" baseline="0">
                <a:latin typeface="+mn-lt"/>
                <a:ea typeface="+mn-ea"/>
              </a:defRPr>
            </a:lvl3pPr>
            <a:lvl4pPr marL="771506" indent="0">
              <a:buNone/>
              <a:defRPr sz="900" baseline="0">
                <a:latin typeface="+mn-lt"/>
                <a:ea typeface="+mn-ea"/>
              </a:defRPr>
            </a:lvl4pPr>
            <a:lvl5pPr marL="1028675" indent="0">
              <a:buNone/>
              <a:defRPr sz="900" baseline="0">
                <a:latin typeface="+mn-lt"/>
                <a:ea typeface="+mn-ea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55497" y="1722120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2" name="Content Placeholder 5"/>
          <p:cNvSpPr>
            <a:spLocks noGrp="1"/>
          </p:cNvSpPr>
          <p:nvPr>
            <p:ph sz="quarter" idx="14"/>
          </p:nvPr>
        </p:nvSpPr>
        <p:spPr>
          <a:xfrm>
            <a:off x="7155498" y="232627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+mn-ea"/>
              </a:defRPr>
            </a:lvl1pPr>
            <a:lvl2pPr marL="257168" indent="0">
              <a:buNone/>
              <a:defRPr sz="1500" baseline="0">
                <a:latin typeface="+mn-lt"/>
                <a:ea typeface="+mn-ea"/>
              </a:defRPr>
            </a:lvl2pPr>
            <a:lvl3pPr marL="514337" indent="0">
              <a:buNone/>
              <a:defRPr sz="1200" baseline="0">
                <a:latin typeface="+mn-lt"/>
                <a:ea typeface="+mn-ea"/>
              </a:defRPr>
            </a:lvl3pPr>
            <a:lvl4pPr marL="771506" indent="0">
              <a:buNone/>
              <a:defRPr sz="900" baseline="0">
                <a:latin typeface="+mn-lt"/>
                <a:ea typeface="+mn-ea"/>
              </a:defRPr>
            </a:lvl4pPr>
            <a:lvl5pPr marL="1028675" indent="0">
              <a:buNone/>
              <a:defRPr sz="900" baseline="0">
                <a:latin typeface="+mn-lt"/>
                <a:ea typeface="+mn-ea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002469" y="3977642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16"/>
          </p:nvPr>
        </p:nvSpPr>
        <p:spPr>
          <a:xfrm>
            <a:off x="2002470" y="458179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+mn-ea"/>
              </a:defRPr>
            </a:lvl1pPr>
            <a:lvl2pPr marL="257168" indent="0">
              <a:buNone/>
              <a:defRPr sz="1500" baseline="0">
                <a:latin typeface="+mn-lt"/>
                <a:ea typeface="+mn-ea"/>
              </a:defRPr>
            </a:lvl2pPr>
            <a:lvl3pPr marL="514337" indent="0">
              <a:buNone/>
              <a:defRPr sz="1200" baseline="0">
                <a:latin typeface="+mn-lt"/>
                <a:ea typeface="+mn-ea"/>
              </a:defRPr>
            </a:lvl3pPr>
            <a:lvl4pPr marL="771506" indent="0">
              <a:buNone/>
              <a:defRPr sz="900" baseline="0">
                <a:latin typeface="+mn-lt"/>
                <a:ea typeface="+mn-ea"/>
              </a:defRPr>
            </a:lvl4pPr>
            <a:lvl5pPr marL="1028675" indent="0">
              <a:buNone/>
              <a:defRPr sz="900" baseline="0">
                <a:latin typeface="+mn-lt"/>
                <a:ea typeface="+mn-ea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7155489" y="3977642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8" name="Content Placeholder 5"/>
          <p:cNvSpPr>
            <a:spLocks noGrp="1"/>
          </p:cNvSpPr>
          <p:nvPr>
            <p:ph sz="quarter" idx="18"/>
          </p:nvPr>
        </p:nvSpPr>
        <p:spPr>
          <a:xfrm>
            <a:off x="7155490" y="458179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+mn-ea"/>
              </a:defRPr>
            </a:lvl1pPr>
            <a:lvl2pPr marL="257168" indent="0">
              <a:buNone/>
              <a:defRPr sz="1500" baseline="0">
                <a:latin typeface="+mn-lt"/>
                <a:ea typeface="+mn-ea"/>
              </a:defRPr>
            </a:lvl2pPr>
            <a:lvl3pPr marL="514337" indent="0">
              <a:buNone/>
              <a:defRPr sz="1200" baseline="0">
                <a:latin typeface="+mn-lt"/>
                <a:ea typeface="+mn-ea"/>
              </a:defRPr>
            </a:lvl3pPr>
            <a:lvl4pPr marL="771506" indent="0">
              <a:buNone/>
              <a:defRPr sz="900" baseline="0">
                <a:latin typeface="+mn-lt"/>
                <a:ea typeface="+mn-ea"/>
              </a:defRPr>
            </a:lvl4pPr>
            <a:lvl5pPr marL="1028675" indent="0">
              <a:buNone/>
              <a:defRPr sz="900" baseline="0">
                <a:latin typeface="+mn-lt"/>
                <a:ea typeface="+mn-ea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8" name="橢圓 17"/>
          <p:cNvSpPr/>
          <p:nvPr userDrawn="1"/>
        </p:nvSpPr>
        <p:spPr>
          <a:xfrm>
            <a:off x="1560602" y="1755738"/>
            <a:ext cx="44187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  <p:sp>
        <p:nvSpPr>
          <p:cNvPr id="19" name="橢圓 18"/>
          <p:cNvSpPr/>
          <p:nvPr userDrawn="1"/>
        </p:nvSpPr>
        <p:spPr>
          <a:xfrm>
            <a:off x="6713622" y="1755738"/>
            <a:ext cx="44187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  <p:sp>
        <p:nvSpPr>
          <p:cNvPr id="20" name="橢圓 19"/>
          <p:cNvSpPr/>
          <p:nvPr userDrawn="1"/>
        </p:nvSpPr>
        <p:spPr>
          <a:xfrm>
            <a:off x="1560594" y="4011258"/>
            <a:ext cx="44187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  <p:sp>
        <p:nvSpPr>
          <p:cNvPr id="30" name="橢圓 29"/>
          <p:cNvSpPr/>
          <p:nvPr userDrawn="1"/>
        </p:nvSpPr>
        <p:spPr>
          <a:xfrm>
            <a:off x="6713614" y="4011258"/>
            <a:ext cx="44187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571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n-lt"/>
                <a:ea typeface="微軟正黑體" panose="020B0604030504040204" pitchFamily="34" charset="-120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2026/10/6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n-lt"/>
                <a:ea typeface="微軟正黑體" panose="020B0604030504040204" pitchFamily="34" charset="-120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n-lt"/>
                <a:ea typeface="微軟正黑體" panose="020B0604030504040204" pitchFamily="34" charset="-120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2477" y="1722120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4"/>
          </p:nvPr>
        </p:nvSpPr>
        <p:spPr>
          <a:xfrm>
            <a:off x="2002478" y="2326273"/>
            <a:ext cx="4347524" cy="3729623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1pPr>
            <a:lvl2pPr marL="257168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2pPr>
            <a:lvl3pPr marL="514337" indent="0">
              <a:buNone/>
              <a:defRPr sz="1200" baseline="0">
                <a:latin typeface="+mn-lt"/>
                <a:ea typeface="微軟正黑體" panose="020B0604030504040204" pitchFamily="34" charset="-120"/>
              </a:defRPr>
            </a:lvl3pPr>
            <a:lvl4pPr marL="771506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4pPr>
            <a:lvl5pPr marL="1028675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55497" y="1722120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2" name="Content Placeholder 5"/>
          <p:cNvSpPr>
            <a:spLocks noGrp="1"/>
          </p:cNvSpPr>
          <p:nvPr>
            <p:ph sz="quarter" idx="14"/>
          </p:nvPr>
        </p:nvSpPr>
        <p:spPr>
          <a:xfrm>
            <a:off x="7155498" y="2326272"/>
            <a:ext cx="4347524" cy="3729622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1pPr>
            <a:lvl2pPr marL="257168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2pPr>
            <a:lvl3pPr marL="514337" indent="0">
              <a:buNone/>
              <a:defRPr sz="1200" baseline="0">
                <a:latin typeface="+mn-lt"/>
                <a:ea typeface="微軟正黑體" panose="020B0604030504040204" pitchFamily="34" charset="-120"/>
              </a:defRPr>
            </a:lvl3pPr>
            <a:lvl4pPr marL="771506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4pPr>
            <a:lvl5pPr marL="1028675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8" name="橢圓 17"/>
          <p:cNvSpPr/>
          <p:nvPr userDrawn="1"/>
        </p:nvSpPr>
        <p:spPr>
          <a:xfrm>
            <a:off x="1564105" y="1755738"/>
            <a:ext cx="438371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  <p:sp>
        <p:nvSpPr>
          <p:cNvPr id="19" name="橢圓 18"/>
          <p:cNvSpPr/>
          <p:nvPr userDrawn="1"/>
        </p:nvSpPr>
        <p:spPr>
          <a:xfrm>
            <a:off x="6717125" y="1755738"/>
            <a:ext cx="438371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040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Kozuka Gothic Pro EL" panose="020B0200000000000000" pitchFamily="34" charset="-128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2026/10/6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Kozuka Gothic Pro EL" panose="020B0200000000000000" pitchFamily="34" charset="-128"/>
              </a:defRPr>
            </a:lvl1pPr>
          </a:lstStyle>
          <a:p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Kozuka Gothic Pro EL" panose="020B0200000000000000" pitchFamily="34" charset="-128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571" y="1710340"/>
            <a:ext cx="4804723" cy="437144"/>
          </a:xfrm>
        </p:spPr>
        <p:txBody>
          <a:bodyPr anchor="ctr">
            <a:noAutofit/>
          </a:bodyPr>
          <a:lstStyle>
            <a:lvl1pPr marL="0" indent="0">
              <a:buNone/>
              <a:defRPr sz="2000" b="0" baseline="0">
                <a:solidFill>
                  <a:schemeClr val="accent1">
                    <a:lumMod val="75000"/>
                  </a:schemeClr>
                </a:solidFill>
                <a:latin typeface="+mj-lt"/>
                <a:ea typeface="微軟正黑體" panose="020B0604030504040204" pitchFamily="34" charset="-120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4"/>
          </p:nvPr>
        </p:nvSpPr>
        <p:spPr>
          <a:xfrm>
            <a:off x="1530571" y="2200192"/>
            <a:ext cx="4804716" cy="858888"/>
          </a:xfrm>
        </p:spPr>
        <p:txBody>
          <a:bodyPr anchor="t">
            <a:noAutofit/>
          </a:bodyPr>
          <a:lstStyle>
            <a:lvl1pPr marL="0" indent="0">
              <a:buNone/>
              <a:defRPr sz="1800" baseline="0">
                <a:latin typeface="+mj-lt"/>
                <a:ea typeface="微軟正黑體" panose="020B0604030504040204" pitchFamily="34" charset="-120"/>
              </a:defRPr>
            </a:lvl1pPr>
            <a:lvl2pPr marL="257168" indent="0">
              <a:buNone/>
              <a:defRPr sz="1800" baseline="0">
                <a:latin typeface="+mj-lt"/>
                <a:ea typeface="微軟正黑體" panose="020B0604030504040204" pitchFamily="34" charset="-120"/>
              </a:defRPr>
            </a:lvl2pPr>
            <a:lvl3pPr marL="514337" indent="0">
              <a:buNone/>
              <a:defRPr sz="1600" baseline="0">
                <a:latin typeface="+mj-lt"/>
                <a:ea typeface="微軟正黑體" panose="020B0604030504040204" pitchFamily="34" charset="-120"/>
              </a:defRPr>
            </a:lvl3pPr>
            <a:lvl4pPr marL="771506" indent="0">
              <a:buNone/>
              <a:defRPr sz="900" baseline="0">
                <a:latin typeface="+mj-lt"/>
                <a:ea typeface="微軟正黑體" panose="020B0604030504040204" pitchFamily="34" charset="-120"/>
              </a:defRPr>
            </a:lvl4pPr>
            <a:lvl5pPr marL="1028675" indent="0">
              <a:buNone/>
              <a:defRPr sz="900" baseline="0">
                <a:latin typeface="+mj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530563" y="3148841"/>
            <a:ext cx="4804723" cy="437144"/>
          </a:xfrm>
        </p:spPr>
        <p:txBody>
          <a:bodyPr anchor="ctr">
            <a:noAutofit/>
          </a:bodyPr>
          <a:lstStyle>
            <a:lvl1pPr marL="0" indent="0">
              <a:buNone/>
              <a:defRPr lang="zh-TW" altLang="en-US" sz="2000" b="0" kern="1200" cap="none" baseline="0" dirty="0" smtClean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marL="0" lvl="0" indent="0" algn="l" defTabSz="257169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</a:pPr>
            <a:r>
              <a:rPr lang="zh-TW" altLang="en-US" dirty="0"/>
              <a:t>按一下以編輯母片文字樣式</a:t>
            </a:r>
          </a:p>
        </p:txBody>
      </p:sp>
      <p:sp>
        <p:nvSpPr>
          <p:cNvPr id="34" name="Content Placeholder 5"/>
          <p:cNvSpPr>
            <a:spLocks noGrp="1"/>
          </p:cNvSpPr>
          <p:nvPr>
            <p:ph sz="quarter" idx="14"/>
          </p:nvPr>
        </p:nvSpPr>
        <p:spPr>
          <a:xfrm>
            <a:off x="1530563" y="3638693"/>
            <a:ext cx="4804716" cy="858888"/>
          </a:xfrm>
        </p:spPr>
        <p:txBody>
          <a:bodyPr anchor="t">
            <a:noAutofit/>
          </a:bodyPr>
          <a:lstStyle>
            <a:lvl1pPr marL="0" indent="0">
              <a:buNone/>
              <a:defRPr sz="1800" baseline="0">
                <a:latin typeface="+mj-lt"/>
                <a:ea typeface="微軟正黑體" panose="020B0604030504040204" pitchFamily="34" charset="-120"/>
              </a:defRPr>
            </a:lvl1pPr>
            <a:lvl2pPr marL="257168" indent="0">
              <a:buNone/>
              <a:defRPr sz="1800" baseline="0">
                <a:latin typeface="+mj-lt"/>
                <a:ea typeface="微軟正黑體" panose="020B0604030504040204" pitchFamily="34" charset="-120"/>
              </a:defRPr>
            </a:lvl2pPr>
            <a:lvl3pPr marL="514337" indent="0">
              <a:buNone/>
              <a:defRPr sz="1600" baseline="0">
                <a:latin typeface="+mj-lt"/>
                <a:ea typeface="微軟正黑體" panose="020B0604030504040204" pitchFamily="34" charset="-120"/>
              </a:defRPr>
            </a:lvl3pPr>
            <a:lvl4pPr marL="771506" indent="0">
              <a:buNone/>
              <a:defRPr sz="1050" baseline="0">
                <a:latin typeface="+mj-lt"/>
                <a:ea typeface="微軟正黑體" panose="020B0604030504040204" pitchFamily="34" charset="-120"/>
              </a:defRPr>
            </a:lvl4pPr>
            <a:lvl5pPr marL="1028675" indent="0">
              <a:buNone/>
              <a:defRPr sz="1050" baseline="0">
                <a:latin typeface="+mj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1530563" y="4587342"/>
            <a:ext cx="4804723" cy="437144"/>
          </a:xfrm>
        </p:spPr>
        <p:txBody>
          <a:bodyPr anchor="ctr">
            <a:noAutofit/>
          </a:bodyPr>
          <a:lstStyle>
            <a:lvl1pPr marL="0" indent="0">
              <a:buNone/>
              <a:defRPr lang="zh-TW" altLang="en-US" sz="2000" b="0" kern="1200" cap="none" baseline="0" dirty="0" smtClean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marL="0" lvl="0" indent="0" algn="l" defTabSz="257169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</a:pPr>
            <a:r>
              <a:rPr lang="zh-TW" altLang="en-US" dirty="0"/>
              <a:t>按一下以編輯母片文字樣式</a:t>
            </a:r>
          </a:p>
        </p:txBody>
      </p:sp>
      <p:sp>
        <p:nvSpPr>
          <p:cNvPr id="37" name="Content Placeholder 5"/>
          <p:cNvSpPr>
            <a:spLocks noGrp="1"/>
          </p:cNvSpPr>
          <p:nvPr>
            <p:ph sz="quarter" idx="16"/>
          </p:nvPr>
        </p:nvSpPr>
        <p:spPr>
          <a:xfrm>
            <a:off x="1530563" y="5077194"/>
            <a:ext cx="4804716" cy="858888"/>
          </a:xfrm>
        </p:spPr>
        <p:txBody>
          <a:bodyPr anchor="t">
            <a:noAutofit/>
          </a:bodyPr>
          <a:lstStyle>
            <a:lvl1pPr marL="0" indent="0">
              <a:buNone/>
              <a:defRPr sz="1800" baseline="0">
                <a:latin typeface="+mj-lt"/>
                <a:ea typeface="微軟正黑體" panose="020B0604030504040204" pitchFamily="34" charset="-120"/>
              </a:defRPr>
            </a:lvl1pPr>
            <a:lvl2pPr marL="257168" indent="0">
              <a:buNone/>
              <a:defRPr sz="1800" baseline="0">
                <a:latin typeface="+mj-lt"/>
                <a:ea typeface="微軟正黑體" panose="020B0604030504040204" pitchFamily="34" charset="-120"/>
              </a:defRPr>
            </a:lvl2pPr>
            <a:lvl3pPr marL="514337" indent="0">
              <a:buNone/>
              <a:defRPr sz="1600" baseline="0">
                <a:latin typeface="+mj-lt"/>
                <a:ea typeface="微軟正黑體" panose="020B0604030504040204" pitchFamily="34" charset="-120"/>
              </a:defRPr>
            </a:lvl3pPr>
            <a:lvl4pPr marL="771506" indent="0">
              <a:buNone/>
              <a:defRPr sz="1050" baseline="0">
                <a:latin typeface="+mj-lt"/>
                <a:ea typeface="微軟正黑體" panose="020B0604030504040204" pitchFamily="34" charset="-120"/>
              </a:defRPr>
            </a:lvl4pPr>
            <a:lvl5pPr marL="1028675" indent="0">
              <a:buNone/>
              <a:defRPr sz="1050" baseline="0">
                <a:latin typeface="+mj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47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B:\TradeShows &amp; Events\2014\09.13 Taiwan-Synology 2015_Andrew &amp; Dennis\18. slide\母片\artwork\PPT-bg-0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12187065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0181" y="1782353"/>
            <a:ext cx="8930747" cy="2110382"/>
          </a:xfrm>
        </p:spPr>
        <p:txBody>
          <a:bodyPr anchor="b">
            <a:normAutofit/>
          </a:bodyPr>
          <a:lstStyle>
            <a:lvl1pPr algn="l">
              <a:defRPr sz="4950" b="0" cap="none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0181" y="5044825"/>
            <a:ext cx="8930748" cy="1070029"/>
          </a:xfrm>
        </p:spPr>
        <p:txBody>
          <a:bodyPr anchor="t">
            <a:normAutofit/>
          </a:bodyPr>
          <a:lstStyle>
            <a:lvl1pPr marL="0" indent="0" algn="l">
              <a:buNone/>
              <a:defRPr sz="2100" baseline="0">
                <a:solidFill>
                  <a:schemeClr val="bg1"/>
                </a:solidFill>
                <a:latin typeface="+mj-lt"/>
                <a:ea typeface="+mj-ea"/>
              </a:defRPr>
            </a:lvl1pPr>
            <a:lvl2pPr marL="257169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3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06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6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43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11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18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349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2026/10/6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00" baseline="0">
                <a:latin typeface="+mj-lt"/>
                <a:ea typeface="+mj-ea"/>
              </a:defRPr>
            </a:lvl1pPr>
          </a:lstStyle>
          <a:p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67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 altLang="en-US" dirty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n-lt"/>
                <a:ea typeface="微軟正黑體" panose="020B0604030504040204" pitchFamily="34" charset="-120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2026/10/6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n-lt"/>
                <a:ea typeface="微軟正黑體" panose="020B0604030504040204" pitchFamily="34" charset="-120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n-lt"/>
                <a:ea typeface="微軟正黑體" panose="020B0604030504040204" pitchFamily="34" charset="-120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2477" y="1722120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4"/>
          </p:nvPr>
        </p:nvSpPr>
        <p:spPr>
          <a:xfrm>
            <a:off x="2002478" y="232627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1pPr>
            <a:lvl2pPr marL="257168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2pPr>
            <a:lvl3pPr marL="514337" indent="0">
              <a:buNone/>
              <a:defRPr sz="1200" baseline="0">
                <a:latin typeface="+mn-lt"/>
                <a:ea typeface="微軟正黑體" panose="020B0604030504040204" pitchFamily="34" charset="-120"/>
              </a:defRPr>
            </a:lvl3pPr>
            <a:lvl4pPr marL="771506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4pPr>
            <a:lvl5pPr marL="1028675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4" name="橢圓 13"/>
          <p:cNvSpPr/>
          <p:nvPr/>
        </p:nvSpPr>
        <p:spPr>
          <a:xfrm>
            <a:off x="1412241" y="1755738"/>
            <a:ext cx="438912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55497" y="1722120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Content Placeholder 5"/>
          <p:cNvSpPr>
            <a:spLocks noGrp="1"/>
          </p:cNvSpPr>
          <p:nvPr>
            <p:ph sz="quarter" idx="14"/>
          </p:nvPr>
        </p:nvSpPr>
        <p:spPr>
          <a:xfrm>
            <a:off x="7155498" y="232627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1pPr>
            <a:lvl2pPr marL="257168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2pPr>
            <a:lvl3pPr marL="514337" indent="0">
              <a:buNone/>
              <a:defRPr sz="1200" baseline="0">
                <a:latin typeface="+mn-lt"/>
                <a:ea typeface="微軟正黑體" panose="020B0604030504040204" pitchFamily="34" charset="-120"/>
              </a:defRPr>
            </a:lvl3pPr>
            <a:lvl4pPr marL="771506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4pPr>
            <a:lvl5pPr marL="1028675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3" name="橢圓 22"/>
          <p:cNvSpPr/>
          <p:nvPr userDrawn="1"/>
        </p:nvSpPr>
        <p:spPr>
          <a:xfrm>
            <a:off x="6565261" y="1755738"/>
            <a:ext cx="438912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002469" y="3977642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16"/>
          </p:nvPr>
        </p:nvSpPr>
        <p:spPr>
          <a:xfrm>
            <a:off x="2002470" y="458179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1pPr>
            <a:lvl2pPr marL="257168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2pPr>
            <a:lvl3pPr marL="514337" indent="0">
              <a:buNone/>
              <a:defRPr sz="1200" baseline="0">
                <a:latin typeface="+mn-lt"/>
                <a:ea typeface="微軟正黑體" panose="020B0604030504040204" pitchFamily="34" charset="-120"/>
              </a:defRPr>
            </a:lvl3pPr>
            <a:lvl4pPr marL="771506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4pPr>
            <a:lvl5pPr marL="1028675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6" name="橢圓 25"/>
          <p:cNvSpPr/>
          <p:nvPr/>
        </p:nvSpPr>
        <p:spPr>
          <a:xfrm>
            <a:off x="1412233" y="4011258"/>
            <a:ext cx="438912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7155489" y="3977642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8" name="Content Placeholder 5"/>
          <p:cNvSpPr>
            <a:spLocks noGrp="1"/>
          </p:cNvSpPr>
          <p:nvPr>
            <p:ph sz="quarter" idx="18"/>
          </p:nvPr>
        </p:nvSpPr>
        <p:spPr>
          <a:xfrm>
            <a:off x="7155490" y="458179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1pPr>
            <a:lvl2pPr marL="257168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2pPr>
            <a:lvl3pPr marL="514337" indent="0">
              <a:buNone/>
              <a:defRPr sz="1200" baseline="0">
                <a:latin typeface="+mn-lt"/>
                <a:ea typeface="微軟正黑體" panose="020B0604030504040204" pitchFamily="34" charset="-120"/>
              </a:defRPr>
            </a:lvl3pPr>
            <a:lvl4pPr marL="771506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4pPr>
            <a:lvl5pPr marL="1028675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9" name="橢圓 28"/>
          <p:cNvSpPr/>
          <p:nvPr/>
        </p:nvSpPr>
        <p:spPr>
          <a:xfrm>
            <a:off x="6565253" y="4011258"/>
            <a:ext cx="438912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50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dirty="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2026/10/6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89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Kozuka Gothic Pr6N B" panose="020B0800000000000000" pitchFamily="34" charset="-128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2026/10/6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2477" y="1722120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2100" b="0" baseline="0">
                <a:solidFill>
                  <a:schemeClr val="accent1">
                    <a:lumMod val="75000"/>
                  </a:schemeClr>
                </a:solidFill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4"/>
          </p:nvPr>
        </p:nvSpPr>
        <p:spPr>
          <a:xfrm>
            <a:off x="2002478" y="232627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1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2pPr>
            <a:lvl3pPr marL="685783" indent="0">
              <a:buNone/>
              <a:defRPr sz="16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3pPr>
            <a:lvl4pPr marL="1028674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4pPr>
            <a:lvl5pPr marL="1371566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4" name="橢圓 13"/>
          <p:cNvSpPr/>
          <p:nvPr userDrawn="1"/>
        </p:nvSpPr>
        <p:spPr>
          <a:xfrm>
            <a:off x="1412242" y="1755738"/>
            <a:ext cx="59023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Kozuka Gothic Pr6N EL" panose="020B0200000000000000" pitchFamily="34" charset="-128"/>
            </a:endParaRP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55497" y="1722120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2100" b="0" baseline="0">
                <a:solidFill>
                  <a:schemeClr val="accent1">
                    <a:lumMod val="75000"/>
                  </a:schemeClr>
                </a:solidFill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2" name="Content Placeholder 5"/>
          <p:cNvSpPr>
            <a:spLocks noGrp="1"/>
          </p:cNvSpPr>
          <p:nvPr>
            <p:ph sz="quarter" idx="14"/>
          </p:nvPr>
        </p:nvSpPr>
        <p:spPr>
          <a:xfrm>
            <a:off x="7155498" y="232627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1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2pPr>
            <a:lvl3pPr marL="685783" indent="0">
              <a:buNone/>
              <a:defRPr sz="16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3pPr>
            <a:lvl4pPr marL="1028674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4pPr>
            <a:lvl5pPr marL="1371566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23" name="橢圓 22"/>
          <p:cNvSpPr/>
          <p:nvPr userDrawn="1"/>
        </p:nvSpPr>
        <p:spPr>
          <a:xfrm>
            <a:off x="6565262" y="1755738"/>
            <a:ext cx="59023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Kozuka Gothic Pr6N EL" panose="020B0200000000000000" pitchFamily="34" charset="-128"/>
            </a:endParaRP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002469" y="3977642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2100" b="0" baseline="0">
                <a:solidFill>
                  <a:schemeClr val="accent1">
                    <a:lumMod val="75000"/>
                  </a:schemeClr>
                </a:solidFill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16"/>
          </p:nvPr>
        </p:nvSpPr>
        <p:spPr>
          <a:xfrm>
            <a:off x="2002470" y="458179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1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2pPr>
            <a:lvl3pPr marL="685783" indent="0">
              <a:buNone/>
              <a:defRPr sz="16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3pPr>
            <a:lvl4pPr marL="1028674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4pPr>
            <a:lvl5pPr marL="1371566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26" name="橢圓 25"/>
          <p:cNvSpPr/>
          <p:nvPr userDrawn="1"/>
        </p:nvSpPr>
        <p:spPr>
          <a:xfrm>
            <a:off x="1412234" y="4011258"/>
            <a:ext cx="59023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Kozuka Gothic Pr6N EL" panose="020B0200000000000000" pitchFamily="34" charset="-128"/>
            </a:endParaRP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7155489" y="3977642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2100" b="0" baseline="0">
                <a:solidFill>
                  <a:schemeClr val="accent1">
                    <a:lumMod val="75000"/>
                  </a:schemeClr>
                </a:solidFill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8" name="Content Placeholder 5"/>
          <p:cNvSpPr>
            <a:spLocks noGrp="1"/>
          </p:cNvSpPr>
          <p:nvPr>
            <p:ph sz="quarter" idx="18"/>
          </p:nvPr>
        </p:nvSpPr>
        <p:spPr>
          <a:xfrm>
            <a:off x="7155490" y="458179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1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2pPr>
            <a:lvl3pPr marL="685783" indent="0">
              <a:buNone/>
              <a:defRPr sz="16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3pPr>
            <a:lvl4pPr marL="1028674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4pPr>
            <a:lvl5pPr marL="1371566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29" name="橢圓 28"/>
          <p:cNvSpPr/>
          <p:nvPr userDrawn="1"/>
        </p:nvSpPr>
        <p:spPr>
          <a:xfrm>
            <a:off x="6565254" y="4011258"/>
            <a:ext cx="59023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Kozuka Gothic Pr6N EL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7809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Kozuka Gothic Pr6N B" panose="020B0800000000000000" pitchFamily="34" charset="-128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Kozuka Gothic Pr6N EL" panose="020B0200000000000000" pitchFamily="34" charset="-128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2026/10/6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Kozuka Gothic Pr6N EL" panose="020B0200000000000000" pitchFamily="34" charset="-128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Kozuka Gothic Pr6N EL" panose="020B0200000000000000" pitchFamily="34" charset="-128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2477" y="1722120"/>
            <a:ext cx="4804723" cy="437144"/>
          </a:xfrm>
        </p:spPr>
        <p:txBody>
          <a:bodyPr anchor="ctr">
            <a:noAutofit/>
          </a:bodyPr>
          <a:lstStyle>
            <a:lvl1pPr marL="0" indent="0">
              <a:buNone/>
              <a:defRPr sz="2100" b="0" baseline="0">
                <a:solidFill>
                  <a:schemeClr val="accent1">
                    <a:lumMod val="75000"/>
                  </a:schemeClr>
                </a:solidFill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4"/>
          </p:nvPr>
        </p:nvSpPr>
        <p:spPr>
          <a:xfrm>
            <a:off x="2002478" y="2211972"/>
            <a:ext cx="4804716" cy="858888"/>
          </a:xfrm>
        </p:spPr>
        <p:txBody>
          <a:bodyPr anchor="t">
            <a:noAutofit/>
          </a:bodyPr>
          <a:lstStyle>
            <a:lvl1pPr marL="0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1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2pPr>
            <a:lvl3pPr marL="685783" indent="0">
              <a:buNone/>
              <a:defRPr sz="16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3pPr>
            <a:lvl4pPr marL="1028674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4pPr>
            <a:lvl5pPr marL="1371566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4" name="橢圓 13"/>
          <p:cNvSpPr/>
          <p:nvPr userDrawn="1"/>
        </p:nvSpPr>
        <p:spPr>
          <a:xfrm>
            <a:off x="1412242" y="1702398"/>
            <a:ext cx="59023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Kozuka Gothic Pr6N EL" panose="020B0200000000000000" pitchFamily="34" charset="-128"/>
            </a:endParaRPr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002469" y="3160621"/>
            <a:ext cx="4804723" cy="437144"/>
          </a:xfrm>
        </p:spPr>
        <p:txBody>
          <a:bodyPr anchor="ctr">
            <a:noAutofit/>
          </a:bodyPr>
          <a:lstStyle>
            <a:lvl1pPr marL="0" indent="0">
              <a:buNone/>
              <a:defRPr sz="2100" b="0" baseline="0">
                <a:solidFill>
                  <a:schemeClr val="accent1">
                    <a:lumMod val="75000"/>
                  </a:schemeClr>
                </a:solidFill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34" name="Content Placeholder 5"/>
          <p:cNvSpPr>
            <a:spLocks noGrp="1"/>
          </p:cNvSpPr>
          <p:nvPr>
            <p:ph sz="quarter" idx="14"/>
          </p:nvPr>
        </p:nvSpPr>
        <p:spPr>
          <a:xfrm>
            <a:off x="2002470" y="3650473"/>
            <a:ext cx="4804716" cy="858888"/>
          </a:xfrm>
        </p:spPr>
        <p:txBody>
          <a:bodyPr anchor="t">
            <a:noAutofit/>
          </a:bodyPr>
          <a:lstStyle>
            <a:lvl1pPr marL="0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1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2pPr>
            <a:lvl3pPr marL="685783" indent="0">
              <a:buNone/>
              <a:defRPr sz="16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3pPr>
            <a:lvl4pPr marL="1028674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4pPr>
            <a:lvl5pPr marL="1371566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35" name="橢圓 34"/>
          <p:cNvSpPr/>
          <p:nvPr userDrawn="1"/>
        </p:nvSpPr>
        <p:spPr>
          <a:xfrm>
            <a:off x="1412234" y="3140899"/>
            <a:ext cx="59023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Kozuka Gothic Pr6N EL" panose="020B0200000000000000" pitchFamily="34" charset="-128"/>
            </a:endParaRPr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002469" y="4599122"/>
            <a:ext cx="4804723" cy="437144"/>
          </a:xfrm>
        </p:spPr>
        <p:txBody>
          <a:bodyPr anchor="ctr">
            <a:noAutofit/>
          </a:bodyPr>
          <a:lstStyle>
            <a:lvl1pPr marL="0" indent="0">
              <a:buNone/>
              <a:defRPr sz="2100" b="0" baseline="0">
                <a:solidFill>
                  <a:schemeClr val="accent1">
                    <a:lumMod val="75000"/>
                  </a:schemeClr>
                </a:solidFill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37" name="Content Placeholder 5"/>
          <p:cNvSpPr>
            <a:spLocks noGrp="1"/>
          </p:cNvSpPr>
          <p:nvPr>
            <p:ph sz="quarter" idx="16"/>
          </p:nvPr>
        </p:nvSpPr>
        <p:spPr>
          <a:xfrm>
            <a:off x="2002470" y="5088974"/>
            <a:ext cx="4804716" cy="858888"/>
          </a:xfrm>
        </p:spPr>
        <p:txBody>
          <a:bodyPr anchor="t">
            <a:noAutofit/>
          </a:bodyPr>
          <a:lstStyle>
            <a:lvl1pPr marL="0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1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2pPr>
            <a:lvl3pPr marL="685783" indent="0">
              <a:buNone/>
              <a:defRPr sz="16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3pPr>
            <a:lvl4pPr marL="1028674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4pPr>
            <a:lvl5pPr marL="1371566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38" name="橢圓 37"/>
          <p:cNvSpPr/>
          <p:nvPr userDrawn="1"/>
        </p:nvSpPr>
        <p:spPr>
          <a:xfrm>
            <a:off x="1412234" y="4579400"/>
            <a:ext cx="59023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Kozuka Gothic Pr6N EL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560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77"/>
            <a:ext cx="12203193" cy="687349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1164" y="1984375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51164" y="4883150"/>
            <a:ext cx="9144000" cy="1259955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987129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="1">
                <a:latin typeface="+mn-lt"/>
                <a:ea typeface="微軟正黑體" panose="020B0604030504040204" pitchFamily="34" charset="-120"/>
                <a:cs typeface="Meiryo UI" panose="020B0604030504040204" pitchFamily="34" charset="-128"/>
              </a:defRPr>
            </a:lvl1pPr>
          </a:lstStyle>
          <a:p>
            <a:r>
              <a:rPr lang="en-US" altLang="zh-TW" dirty="0"/>
              <a:t>Test’s One two three’s 4sadasd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1pPr>
            <a:lvl2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2pPr>
            <a:lvl3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3pPr>
            <a:lvl4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4pPr>
            <a:lvl5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630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614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2115003"/>
            <a:ext cx="5181600" cy="4061960"/>
          </a:xfrm>
        </p:spPr>
        <p:txBody>
          <a:bodyPr/>
          <a:lstStyle>
            <a:lvl1pPr marL="514350" indent="-5143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2115003"/>
            <a:ext cx="5181600" cy="40619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511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571500"/>
            <a:ext cx="10515600" cy="111918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5157787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3684589"/>
          </a:xfrm>
        </p:spPr>
        <p:txBody>
          <a:bodyPr/>
          <a:lstStyle>
            <a:lvl1pPr>
              <a:buClr>
                <a:schemeClr val="accent1">
                  <a:lumMod val="50000"/>
                </a:schemeClr>
              </a:buClr>
              <a:defRPr/>
            </a:lvl1pPr>
            <a:lvl2pPr>
              <a:buClr>
                <a:schemeClr val="accent1">
                  <a:lumMod val="50000"/>
                </a:schemeClr>
              </a:buClr>
              <a:defRPr/>
            </a:lvl2pPr>
            <a:lvl3pPr>
              <a:buClr>
                <a:schemeClr val="accent1">
                  <a:lumMod val="50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90687"/>
            <a:ext cx="5183188" cy="8143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3684589"/>
          </a:xfrm>
        </p:spPr>
        <p:txBody>
          <a:bodyPr/>
          <a:lstStyle>
            <a:lvl1pPr>
              <a:buClr>
                <a:schemeClr val="accent1">
                  <a:lumMod val="50000"/>
                </a:schemeClr>
              </a:buClr>
              <a:defRPr/>
            </a:lvl1pPr>
            <a:lvl2pPr>
              <a:buClr>
                <a:schemeClr val="accent1">
                  <a:lumMod val="50000"/>
                </a:schemeClr>
              </a:buClr>
              <a:defRPr/>
            </a:lvl2pPr>
            <a:lvl3pPr>
              <a:buClr>
                <a:schemeClr val="accent1">
                  <a:lumMod val="50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632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6032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4410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767442"/>
            <a:ext cx="3932237" cy="128995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Clr>
                <a:schemeClr val="accent1">
                  <a:lumMod val="50000"/>
                </a:schemeClr>
              </a:buClr>
              <a:defRPr sz="3200"/>
            </a:lvl1pPr>
            <a:lvl2pPr>
              <a:buClr>
                <a:schemeClr val="accent1">
                  <a:lumMod val="50000"/>
                </a:schemeClr>
              </a:buCl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7450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628650"/>
            <a:ext cx="3932237" cy="14287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723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2400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496633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4056644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946995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3310588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142429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8339837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547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963470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404275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8832888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715199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4371807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標題 1"/>
          <p:cNvSpPr>
            <a:spLocks noGrp="1"/>
          </p:cNvSpPr>
          <p:nvPr>
            <p:ph type="title" hasCustomPrompt="1"/>
          </p:nvPr>
        </p:nvSpPr>
        <p:spPr>
          <a:xfrm>
            <a:off x="4428605" y="2858944"/>
            <a:ext cx="3334789" cy="66565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E8E9B"/>
                </a:solidFill>
                <a:ea typeface="超研澤粗黑" panose="02010609010101010101" pitchFamily="49" charset="-120"/>
              </a:defRPr>
            </a:lvl1pPr>
          </a:lstStyle>
          <a:p>
            <a:r>
              <a:rPr lang="zh-TW" altLang="en-US" dirty="0"/>
              <a:t>結束詞</a:t>
            </a:r>
          </a:p>
        </p:txBody>
      </p:sp>
    </p:spTree>
    <p:extLst>
      <p:ext uri="{BB962C8B-B14F-4D97-AF65-F5344CB8AC3E}">
        <p14:creationId xmlns:p14="http://schemas.microsoft.com/office/powerpoint/2010/main" val="36328640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1190836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0796917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2295452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752513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2641858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2975815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52777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391478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557298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114735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7432936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標題 1"/>
          <p:cNvSpPr>
            <a:spLocks noGrp="1"/>
          </p:cNvSpPr>
          <p:nvPr>
            <p:ph type="title" hasCustomPrompt="1"/>
          </p:nvPr>
        </p:nvSpPr>
        <p:spPr>
          <a:xfrm>
            <a:off x="4428605" y="2858944"/>
            <a:ext cx="3334789" cy="66565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E8E9B"/>
                </a:solidFill>
                <a:ea typeface="超研澤粗黑" panose="02010609010101010101" pitchFamily="49" charset="-120"/>
              </a:defRPr>
            </a:lvl1pPr>
          </a:lstStyle>
          <a:p>
            <a:r>
              <a:rPr lang="zh-TW" altLang="en-US" dirty="0"/>
              <a:t>結束詞</a:t>
            </a:r>
          </a:p>
        </p:txBody>
      </p:sp>
    </p:spTree>
    <p:extLst>
      <p:ext uri="{BB962C8B-B14F-4D97-AF65-F5344CB8AC3E}">
        <p14:creationId xmlns:p14="http://schemas.microsoft.com/office/powerpoint/2010/main" val="36304197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9808430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>
            <a:spLocks noGrp="1"/>
          </p:cNvSpPr>
          <p:nvPr>
            <p:ph type="title"/>
          </p:nvPr>
        </p:nvSpPr>
        <p:spPr>
          <a:xfrm>
            <a:off x="839787" y="522513"/>
            <a:ext cx="10515601" cy="120083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0" name="Shape 50"/>
          <p:cNvSpPr>
            <a:spLocks noGrp="1"/>
          </p:cNvSpPr>
          <p:nvPr>
            <p:ph type="body" sz="quarter" idx="1"/>
          </p:nvPr>
        </p:nvSpPr>
        <p:spPr>
          <a:xfrm>
            <a:off x="839787" y="1950586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FontTx/>
              <a:buNone/>
              <a:defRPr sz="2400" b="1"/>
            </a:lvl1pPr>
            <a:lvl2pPr marL="0" indent="457200">
              <a:buClrTx/>
              <a:buSzTx/>
              <a:buFontTx/>
              <a:buNone/>
              <a:defRPr sz="2400" b="1"/>
            </a:lvl2pPr>
            <a:lvl3pPr marL="0" indent="914400">
              <a:buClrTx/>
              <a:buSzTx/>
              <a:buFontTx/>
              <a:buNone/>
              <a:defRPr sz="2400" b="1"/>
            </a:lvl3pPr>
            <a:lvl4pPr marL="0" indent="1371600">
              <a:buClrTx/>
              <a:buSzTx/>
              <a:buFontTx/>
              <a:buNone/>
              <a:defRPr sz="2400" b="1"/>
            </a:lvl4pPr>
            <a:lvl5pPr marL="0" indent="1828800">
              <a:buClrTx/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Shape 51"/>
          <p:cNvSpPr>
            <a:spLocks noGrp="1"/>
          </p:cNvSpPr>
          <p:nvPr>
            <p:ph type="body" sz="quarter" idx="13"/>
          </p:nvPr>
        </p:nvSpPr>
        <p:spPr>
          <a:xfrm>
            <a:off x="6172200" y="1950586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2" name="Shape 52"/>
          <p:cNvSpPr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3454272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標題 1"/>
          <p:cNvSpPr>
            <a:spLocks noGrp="1"/>
          </p:cNvSpPr>
          <p:nvPr>
            <p:ph type="title" hasCustomPrompt="1"/>
          </p:nvPr>
        </p:nvSpPr>
        <p:spPr>
          <a:xfrm>
            <a:off x="4428605" y="2858944"/>
            <a:ext cx="3334789" cy="66565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E8E9B"/>
                </a:solidFill>
                <a:ea typeface="超研澤粗黑" panose="02010609010101010101" pitchFamily="49" charset="-120"/>
              </a:defRPr>
            </a:lvl1pPr>
          </a:lstStyle>
          <a:p>
            <a:r>
              <a:rPr lang="zh-TW" altLang="en-US" dirty="0"/>
              <a:t>結束詞</a:t>
            </a:r>
          </a:p>
        </p:txBody>
      </p:sp>
    </p:spTree>
    <p:extLst>
      <p:ext uri="{BB962C8B-B14F-4D97-AF65-F5344CB8AC3E}">
        <p14:creationId xmlns:p14="http://schemas.microsoft.com/office/powerpoint/2010/main" val="208933329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3437063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965357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9644312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8569766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598052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7035558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52747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8843799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4233603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5359801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5885351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189179"/>
            <a:ext cx="11653523" cy="2111540"/>
          </a:xfrm>
        </p:spPr>
        <p:txBody>
          <a:bodyPr>
            <a:spAutoFit/>
          </a:bodyPr>
          <a:lstStyle>
            <a:lvl1pPr>
              <a:defRPr sz="3527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0100781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4215324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>
            <a:spLocks noGrp="1"/>
          </p:cNvSpPr>
          <p:nvPr>
            <p:ph type="title"/>
          </p:nvPr>
        </p:nvSpPr>
        <p:spPr>
          <a:xfrm>
            <a:off x="839787" y="522513"/>
            <a:ext cx="10515601" cy="120083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0" name="Shape 50"/>
          <p:cNvSpPr>
            <a:spLocks noGrp="1"/>
          </p:cNvSpPr>
          <p:nvPr>
            <p:ph type="body" sz="quarter" idx="1"/>
          </p:nvPr>
        </p:nvSpPr>
        <p:spPr>
          <a:xfrm>
            <a:off x="839787" y="1950586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FontTx/>
              <a:buNone/>
              <a:defRPr sz="2400" b="1"/>
            </a:lvl1pPr>
            <a:lvl2pPr marL="0" indent="457200">
              <a:buClrTx/>
              <a:buSzTx/>
              <a:buFontTx/>
              <a:buNone/>
              <a:defRPr sz="2400" b="1"/>
            </a:lvl2pPr>
            <a:lvl3pPr marL="0" indent="914400">
              <a:buClrTx/>
              <a:buSzTx/>
              <a:buFontTx/>
              <a:buNone/>
              <a:defRPr sz="2400" b="1"/>
            </a:lvl3pPr>
            <a:lvl4pPr marL="0" indent="1371600">
              <a:buClrTx/>
              <a:buSzTx/>
              <a:buFontTx/>
              <a:buNone/>
              <a:defRPr sz="2400" b="1"/>
            </a:lvl4pPr>
            <a:lvl5pPr marL="0" indent="1828800">
              <a:buClrTx/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Shape 51"/>
          <p:cNvSpPr>
            <a:spLocks noGrp="1"/>
          </p:cNvSpPr>
          <p:nvPr>
            <p:ph type="body" sz="quarter" idx="13"/>
          </p:nvPr>
        </p:nvSpPr>
        <p:spPr>
          <a:xfrm>
            <a:off x="6172200" y="1950586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2" name="Shape 52"/>
          <p:cNvSpPr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7447337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標題 1"/>
          <p:cNvSpPr>
            <a:spLocks noGrp="1"/>
          </p:cNvSpPr>
          <p:nvPr>
            <p:ph type="title" hasCustomPrompt="1"/>
          </p:nvPr>
        </p:nvSpPr>
        <p:spPr>
          <a:xfrm>
            <a:off x="4428605" y="2858944"/>
            <a:ext cx="3334789" cy="66565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E8E9B"/>
                </a:solidFill>
                <a:ea typeface="超研澤粗黑" panose="02010609010101010101" pitchFamily="49" charset="-120"/>
              </a:defRPr>
            </a:lvl1pPr>
          </a:lstStyle>
          <a:p>
            <a:r>
              <a:rPr lang="zh-TW" altLang="en-US" dirty="0"/>
              <a:t>結束詞</a:t>
            </a:r>
          </a:p>
        </p:txBody>
      </p:sp>
    </p:spTree>
    <p:extLst>
      <p:ext uri="{BB962C8B-B14F-4D97-AF65-F5344CB8AC3E}">
        <p14:creationId xmlns:p14="http://schemas.microsoft.com/office/powerpoint/2010/main" val="11638033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77"/>
            <a:ext cx="12203193" cy="687349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1164" y="1984375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51164" y="4883150"/>
            <a:ext cx="9144000" cy="1259955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9622866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="1">
                <a:latin typeface="+mn-lt"/>
                <a:ea typeface="微軟正黑體" panose="020B0604030504040204" pitchFamily="34" charset="-120"/>
                <a:cs typeface="Meiryo UI" panose="020B0604030504040204" pitchFamily="34" charset="-128"/>
              </a:defRPr>
            </a:lvl1pPr>
          </a:lstStyle>
          <a:p>
            <a:r>
              <a:rPr lang="en-US" altLang="zh-TW" dirty="0"/>
              <a:t>Test’s One two three’s 4sadasd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1pPr>
            <a:lvl2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2pPr>
            <a:lvl3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3pPr>
            <a:lvl4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4pPr>
            <a:lvl5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99321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25133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2115003"/>
            <a:ext cx="5181600" cy="4061960"/>
          </a:xfrm>
        </p:spPr>
        <p:txBody>
          <a:bodyPr/>
          <a:lstStyle>
            <a:lvl1pPr marL="514350" indent="-5143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2115003"/>
            <a:ext cx="5181600" cy="40619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117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571500"/>
            <a:ext cx="10515600" cy="111918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5157787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3684589"/>
          </a:xfrm>
        </p:spPr>
        <p:txBody>
          <a:bodyPr/>
          <a:lstStyle>
            <a:lvl1pPr>
              <a:buClr>
                <a:schemeClr val="accent1">
                  <a:lumMod val="50000"/>
                </a:schemeClr>
              </a:buClr>
              <a:defRPr/>
            </a:lvl1pPr>
            <a:lvl2pPr>
              <a:buClr>
                <a:schemeClr val="accent1">
                  <a:lumMod val="50000"/>
                </a:schemeClr>
              </a:buClr>
              <a:defRPr/>
            </a:lvl2pPr>
            <a:lvl3pPr>
              <a:buClr>
                <a:schemeClr val="accent1">
                  <a:lumMod val="50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90687"/>
            <a:ext cx="5183188" cy="8143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3684589"/>
          </a:xfrm>
        </p:spPr>
        <p:txBody>
          <a:bodyPr/>
          <a:lstStyle>
            <a:lvl1pPr>
              <a:buClr>
                <a:schemeClr val="accent1">
                  <a:lumMod val="50000"/>
                </a:schemeClr>
              </a:buClr>
              <a:defRPr/>
            </a:lvl1pPr>
            <a:lvl2pPr>
              <a:buClr>
                <a:schemeClr val="accent1">
                  <a:lumMod val="50000"/>
                </a:schemeClr>
              </a:buClr>
              <a:defRPr/>
            </a:lvl2pPr>
            <a:lvl3pPr>
              <a:buClr>
                <a:schemeClr val="accent1">
                  <a:lumMod val="50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54397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76736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78472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767442"/>
            <a:ext cx="3932237" cy="128995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Clr>
                <a:schemeClr val="accent1">
                  <a:lumMod val="50000"/>
                </a:schemeClr>
              </a:buClr>
              <a:defRPr sz="3200"/>
            </a:lvl1pPr>
            <a:lvl2pPr>
              <a:buClr>
                <a:schemeClr val="accent1">
                  <a:lumMod val="50000"/>
                </a:schemeClr>
              </a:buCl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35600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628650"/>
            <a:ext cx="3932237" cy="14287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31762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76475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98794288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765057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7749779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8080517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87994086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52413762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349531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100644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07299157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5378634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75000571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8083406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6703032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標題 1"/>
          <p:cNvSpPr>
            <a:spLocks noGrp="1"/>
          </p:cNvSpPr>
          <p:nvPr>
            <p:ph type="title" hasCustomPrompt="1"/>
          </p:nvPr>
        </p:nvSpPr>
        <p:spPr>
          <a:xfrm>
            <a:off x="4428605" y="2858944"/>
            <a:ext cx="3334789" cy="66565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E8E9B"/>
                </a:solidFill>
                <a:ea typeface="超研澤粗黑" panose="02010609010101010101" pitchFamily="49" charset="-120"/>
              </a:defRPr>
            </a:lvl1pPr>
          </a:lstStyle>
          <a:p>
            <a:r>
              <a:rPr lang="zh-TW" altLang="en-US" dirty="0"/>
              <a:t>結束詞</a:t>
            </a:r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87204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55007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按一下</a:t>
            </a:r>
            <a:r>
              <a:rPr lang="en-US" altLang="zh-TW" dirty="0" err="1"/>
              <a:t>sd</a:t>
            </a:r>
            <a:r>
              <a:rPr lang="zh-TW" altLang="en-US" dirty="0"/>
              <a:t>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0341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5.jpe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image" Target="../media/image7.jpg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image" Target="../media/image7.jpg"/><Relationship Id="rId2" Type="http://schemas.openxmlformats.org/officeDocument/2006/relationships/slideLayout" Target="../slideLayouts/slideLayout35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image" Target="../media/image7.jpg"/><Relationship Id="rId2" Type="http://schemas.openxmlformats.org/officeDocument/2006/relationships/slideLayout" Target="../slideLayouts/slideLayout50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image" Target="../media/image5.jpeg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6.xml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5.xml"/><Relationship Id="rId2" Type="http://schemas.openxmlformats.org/officeDocument/2006/relationships/slideLayout" Target="../slideLayouts/slideLayout75.xml"/><Relationship Id="rId16" Type="http://schemas.openxmlformats.org/officeDocument/2006/relationships/image" Target="../media/image7.jpg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5" Type="http://schemas.openxmlformats.org/officeDocument/2006/relationships/slideLayout" Target="../slideLayouts/slideLayout78.xml"/><Relationship Id="rId15" Type="http://schemas.openxmlformats.org/officeDocument/2006/relationships/theme" Target="../theme/theme7.xml"/><Relationship Id="rId10" Type="http://schemas.openxmlformats.org/officeDocument/2006/relationships/slideLayout" Target="../slideLayouts/slideLayout83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B:\TradeShows &amp; Events\2014\09.13 Taiwan-Synology 2015_Andrew &amp; Dennis\18. slide\母片\artwork\PPT-bg-03.jpg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0"/>
            <a:ext cx="12187067" cy="6858000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4177" y="294945"/>
            <a:ext cx="10018713" cy="9791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4177" y="1563762"/>
            <a:ext cx="10018713" cy="44991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6352621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3" b="0" i="0" baseline="0">
                <a:solidFill>
                  <a:schemeClr val="tx1"/>
                </a:solidFill>
                <a:effectLst/>
                <a:latin typeface="Kozuka Gothic Pro EL" panose="020B0200000000000000" pitchFamily="34" charset="-128"/>
                <a:ea typeface="微軟正黑體" panose="020B0604030504040204" pitchFamily="34" charset="-120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2026/10/6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86" y="6352621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3" b="0" i="0" baseline="0">
                <a:solidFill>
                  <a:schemeClr val="tx1"/>
                </a:solidFill>
                <a:effectLst/>
                <a:latin typeface="Kozuka Gothic Pro EL" panose="020B0200000000000000" pitchFamily="34" charset="-128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63" y="6352621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3" b="0" i="0" baseline="0">
                <a:solidFill>
                  <a:schemeClr val="tx1"/>
                </a:solidFill>
                <a:effectLst/>
                <a:latin typeface="Kozuka Gothic Pro EL" panose="020B0200000000000000" pitchFamily="34" charset="-128"/>
                <a:ea typeface="微軟正黑體" panose="020B0604030504040204" pitchFamily="34" charset="-120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347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  <p:txStyles>
    <p:titleStyle>
      <a:lvl1pPr algn="ctr" defTabSz="257169" rtl="0" eaLnBrk="1" latinLnBrk="0" hangingPunct="1">
        <a:spcBef>
          <a:spcPct val="0"/>
        </a:spcBef>
        <a:buNone/>
        <a:defRPr sz="3600" kern="1200" cap="none" baseline="0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60731" indent="-160731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17899" indent="-160731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675068" indent="-160731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867944" indent="-96439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125113" indent="-96439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1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414427" indent="-128585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78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1671596" indent="-128585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78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1928765" indent="-128585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78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185933" indent="-128585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78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9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1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9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03199" cy="686435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6100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2179863"/>
            <a:ext cx="10515600" cy="3997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96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07952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892" r:id="rId12"/>
    <p:sldLayoutId id="2147483896" r:id="rId1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7E8E9B"/>
          </a:solidFill>
          <a:latin typeface="+mj-lt"/>
          <a:ea typeface="超研澤粗黑" panose="02010609010101010101" pitchFamily="49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96239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3" r:id="rId12"/>
    <p:sldLayoutId id="2147483886" r:id="rId13"/>
    <p:sldLayoutId id="2147483887" r:id="rId14"/>
    <p:sldLayoutId id="2147483888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7E8E9B"/>
          </a:solidFill>
          <a:latin typeface="+mj-lt"/>
          <a:ea typeface="超研澤粗黑" panose="02010609010101010101" pitchFamily="49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73441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7" r:id="rId12"/>
    <p:sldLayoutId id="2147483889" r:id="rId13"/>
    <p:sldLayoutId id="2147483890" r:id="rId14"/>
    <p:sldLayoutId id="2147483891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7E8E9B"/>
          </a:solidFill>
          <a:latin typeface="+mj-lt"/>
          <a:ea typeface="超研澤粗黑" panose="02010609010101010101" pitchFamily="49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03199" cy="686435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6100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2179863"/>
            <a:ext cx="10515600" cy="3997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14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69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7E8E9B"/>
          </a:solidFill>
          <a:latin typeface="+mj-lt"/>
          <a:ea typeface="超研澤粗黑" panose="02010609010101010101" pitchFamily="49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143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5" Type="http://schemas.openxmlformats.org/officeDocument/2006/relationships/hyperlink" Target="https://www.104.com.tw/company/5tharx4" TargetMode="Externa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9" r="13368"/>
          <a:stretch/>
        </p:blipFill>
        <p:spPr>
          <a:xfrm>
            <a:off x="5824152" y="0"/>
            <a:ext cx="6367848" cy="685800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37160" y="335677"/>
            <a:ext cx="554983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charset="-120"/>
              </a:rPr>
              <a:t>Synology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charset="-120"/>
              </a:rPr>
              <a:t>儲存解決方案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 charset="-120"/>
            </a:endParaRPr>
          </a:p>
          <a:p>
            <a:pPr algn="ctr">
              <a:lnSpc>
                <a:spcPct val="150000"/>
              </a:lnSpc>
            </a:pPr>
            <a:r>
              <a:rPr lang="en-US" altLang="zh-TW" sz="3200" dirty="0">
                <a:latin typeface="源泉圓體 B" panose="020B0800000000000000" pitchFamily="34" charset="-120"/>
                <a:ea typeface="源泉圓體 B" panose="020B0800000000000000" pitchFamily="34" charset="-120"/>
                <a:cs typeface="Microsoft JhengHei" charset="-120"/>
              </a:rPr>
              <a:t> </a:t>
            </a:r>
          </a:p>
          <a:p>
            <a:pPr algn="ctr"/>
            <a:endParaRPr lang="en-US" altLang="zh-TW" sz="3600" b="0" i="0" strike="noStrike" dirty="0">
              <a:solidFill>
                <a:srgbClr val="3333CC"/>
              </a:solidFill>
              <a:effectLst/>
              <a:highlight>
                <a:srgbClr val="FFFFFF"/>
              </a:highlight>
              <a:latin typeface="源泉圓體 B" panose="020B0800000000000000" pitchFamily="34" charset="-120"/>
              <a:ea typeface="源泉圓體 B" panose="020B0800000000000000" pitchFamily="34" charset="-120"/>
            </a:endParaRPr>
          </a:p>
          <a:p>
            <a:pPr algn="ctr"/>
            <a:r>
              <a:rPr lang="zh-TW" altLang="en-US" sz="3600" dirty="0">
                <a:highlight>
                  <a:srgbClr val="FFFFFF"/>
                </a:highlight>
                <a:latin typeface="源泉圓體 B" panose="020B0800000000000000" pitchFamily="34" charset="-120"/>
                <a:ea typeface="源泉圓體 B" panose="020B0800000000000000" pitchFamily="34" charset="-120"/>
              </a:rPr>
              <a:t>方案說明</a:t>
            </a:r>
            <a:endParaRPr lang="zh-TW" altLang="en-US" sz="3600" b="0" i="0" strike="noStrike" dirty="0">
              <a:effectLst/>
              <a:highlight>
                <a:srgbClr val="FFFFFF"/>
              </a:highlight>
              <a:latin typeface="源泉圓體 B" panose="020B0800000000000000" pitchFamily="34" charset="-120"/>
              <a:ea typeface="源泉圓體 B" panose="020B0800000000000000" pitchFamily="34" charset="-12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DDD37A-D21E-4B6B-BD63-48E7234DACE6}"/>
              </a:ext>
            </a:extLst>
          </p:cNvPr>
          <p:cNvSpPr/>
          <p:nvPr/>
        </p:nvSpPr>
        <p:spPr>
          <a:xfrm>
            <a:off x="11615738" y="6491287"/>
            <a:ext cx="457200" cy="123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1528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/>
          <p:cNvSpPr/>
          <p:nvPr/>
        </p:nvSpPr>
        <p:spPr>
          <a:xfrm>
            <a:off x="1489684" y="2338866"/>
            <a:ext cx="3049987" cy="2266939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56" name="矩形 28"/>
          <p:cNvSpPr/>
          <p:nvPr/>
        </p:nvSpPr>
        <p:spPr>
          <a:xfrm>
            <a:off x="2163356" y="2355726"/>
            <a:ext cx="1828800" cy="45444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2000" kern="0" dirty="0" err="1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HD6500</a:t>
            </a:r>
            <a:endParaRPr lang="zh-TW" altLang="en-US" sz="20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854EFDF-ECEC-4C87-84D3-EBA20520323A}"/>
              </a:ext>
            </a:extLst>
          </p:cNvPr>
          <p:cNvSpPr/>
          <p:nvPr/>
        </p:nvSpPr>
        <p:spPr>
          <a:xfrm>
            <a:off x="11668125" y="6438900"/>
            <a:ext cx="438944" cy="1616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30E855D5-E422-B807-B54A-CC8E94F21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08" y="-97078"/>
            <a:ext cx="10515600" cy="656570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olidFill>
                  <a:srgbClr val="00B0F0"/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Synology HD6500</a:t>
            </a:r>
            <a:r>
              <a:rPr lang="zh-TW" altLang="en-US" sz="2400" dirty="0">
                <a:solidFill>
                  <a:srgbClr val="00B0F0"/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儲存空間規劃</a:t>
            </a:r>
            <a:endParaRPr lang="zh-TW" altLang="en-US" sz="2400" dirty="0">
              <a:solidFill>
                <a:schemeClr val="tx1"/>
              </a:solidFill>
              <a:latin typeface="Microsoft JhengHei" charset="-120"/>
              <a:ea typeface="Microsoft JhengHei" charset="-120"/>
              <a:cs typeface="Microsoft JhengHei" charset="-12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8DD359-67C6-BF46-298D-52CF61997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597" y="2827032"/>
            <a:ext cx="2808160" cy="141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31">
            <a:extLst>
              <a:ext uri="{FF2B5EF4-FFF2-40B4-BE49-F238E27FC236}">
                <a16:creationId xmlns:a16="http://schemas.microsoft.com/office/drawing/2014/main" id="{BF364D01-B041-CE59-9AA9-9D866A6E4783}"/>
              </a:ext>
            </a:extLst>
          </p:cNvPr>
          <p:cNvSpPr/>
          <p:nvPr/>
        </p:nvSpPr>
        <p:spPr>
          <a:xfrm>
            <a:off x="2163356" y="4240619"/>
            <a:ext cx="1828800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zh-TW" altLang="en-US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主機</a:t>
            </a:r>
          </a:p>
        </p:txBody>
      </p:sp>
      <p:cxnSp>
        <p:nvCxnSpPr>
          <p:cNvPr id="1046" name="直線接點 1045">
            <a:extLst>
              <a:ext uri="{FF2B5EF4-FFF2-40B4-BE49-F238E27FC236}">
                <a16:creationId xmlns:a16="http://schemas.microsoft.com/office/drawing/2014/main" id="{169246DC-42F3-F0F4-41CF-82B6830657C4}"/>
              </a:ext>
            </a:extLst>
          </p:cNvPr>
          <p:cNvCxnSpPr>
            <a:cxnSpLocks/>
          </p:cNvCxnSpPr>
          <p:nvPr/>
        </p:nvCxnSpPr>
        <p:spPr>
          <a:xfrm flipV="1">
            <a:off x="8264162" y="4252590"/>
            <a:ext cx="625679" cy="4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矩形 28">
            <a:extLst>
              <a:ext uri="{FF2B5EF4-FFF2-40B4-BE49-F238E27FC236}">
                <a16:creationId xmlns:a16="http://schemas.microsoft.com/office/drawing/2014/main" id="{ECE0B35F-4205-E845-FE75-3AE26208FB8B}"/>
              </a:ext>
            </a:extLst>
          </p:cNvPr>
          <p:cNvSpPr/>
          <p:nvPr/>
        </p:nvSpPr>
        <p:spPr>
          <a:xfrm>
            <a:off x="7730762" y="2470483"/>
            <a:ext cx="533400" cy="2404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9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209TB</a:t>
            </a:r>
            <a:endParaRPr lang="zh-TW" altLang="en-US" sz="9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cxnSp>
        <p:nvCxnSpPr>
          <p:cNvPr id="1048" name="直線接點 1047">
            <a:extLst>
              <a:ext uri="{FF2B5EF4-FFF2-40B4-BE49-F238E27FC236}">
                <a16:creationId xmlns:a16="http://schemas.microsoft.com/office/drawing/2014/main" id="{ACA72C83-441C-88C0-9C9D-5ACA718E98F3}"/>
              </a:ext>
            </a:extLst>
          </p:cNvPr>
          <p:cNvCxnSpPr>
            <a:cxnSpLocks/>
          </p:cNvCxnSpPr>
          <p:nvPr/>
        </p:nvCxnSpPr>
        <p:spPr>
          <a:xfrm flipH="1">
            <a:off x="8889841" y="2590688"/>
            <a:ext cx="7010" cy="1660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直線接點 1048">
            <a:extLst>
              <a:ext uri="{FF2B5EF4-FFF2-40B4-BE49-F238E27FC236}">
                <a16:creationId xmlns:a16="http://schemas.microsoft.com/office/drawing/2014/main" id="{BC5B69A6-3878-4EC5-BE8B-F0AC28BC1734}"/>
              </a:ext>
            </a:extLst>
          </p:cNvPr>
          <p:cNvCxnSpPr/>
          <p:nvPr/>
        </p:nvCxnSpPr>
        <p:spPr>
          <a:xfrm flipH="1">
            <a:off x="8908061" y="3418535"/>
            <a:ext cx="2743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" name="矩形 28">
            <a:extLst>
              <a:ext uri="{FF2B5EF4-FFF2-40B4-BE49-F238E27FC236}">
                <a16:creationId xmlns:a16="http://schemas.microsoft.com/office/drawing/2014/main" id="{EFE3B1D1-9176-FB63-BE66-B51AD3FE7E69}"/>
              </a:ext>
            </a:extLst>
          </p:cNvPr>
          <p:cNvSpPr/>
          <p:nvPr/>
        </p:nvSpPr>
        <p:spPr>
          <a:xfrm>
            <a:off x="9190109" y="3246465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054" name="文字方塊 1053">
            <a:extLst>
              <a:ext uri="{FF2B5EF4-FFF2-40B4-BE49-F238E27FC236}">
                <a16:creationId xmlns:a16="http://schemas.microsoft.com/office/drawing/2014/main" id="{587D5498-1B82-F43D-C55D-637E3C8853BE}"/>
              </a:ext>
            </a:extLst>
          </p:cNvPr>
          <p:cNvSpPr txBox="1"/>
          <p:nvPr/>
        </p:nvSpPr>
        <p:spPr>
          <a:xfrm>
            <a:off x="7085480" y="2473561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 err="1"/>
              <a:t>RAID6</a:t>
            </a:r>
            <a:endParaRPr lang="zh-TW" altLang="en-US" sz="1100" dirty="0"/>
          </a:p>
        </p:txBody>
      </p:sp>
      <p:cxnSp>
        <p:nvCxnSpPr>
          <p:cNvPr id="1058" name="直線接點 1057">
            <a:extLst>
              <a:ext uri="{FF2B5EF4-FFF2-40B4-BE49-F238E27FC236}">
                <a16:creationId xmlns:a16="http://schemas.microsoft.com/office/drawing/2014/main" id="{B85A0997-9160-6388-F0DF-C2AD08EA282D}"/>
              </a:ext>
            </a:extLst>
          </p:cNvPr>
          <p:cNvCxnSpPr>
            <a:cxnSpLocks/>
          </p:cNvCxnSpPr>
          <p:nvPr/>
        </p:nvCxnSpPr>
        <p:spPr>
          <a:xfrm>
            <a:off x="8264162" y="2590688"/>
            <a:ext cx="6256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直線接點 1058">
            <a:extLst>
              <a:ext uri="{FF2B5EF4-FFF2-40B4-BE49-F238E27FC236}">
                <a16:creationId xmlns:a16="http://schemas.microsoft.com/office/drawing/2014/main" id="{E0DDFB87-5652-D2E7-2F08-F22C14259427}"/>
              </a:ext>
            </a:extLst>
          </p:cNvPr>
          <p:cNvCxnSpPr>
            <a:cxnSpLocks/>
          </p:cNvCxnSpPr>
          <p:nvPr/>
        </p:nvCxnSpPr>
        <p:spPr>
          <a:xfrm>
            <a:off x="8890755" y="3416407"/>
            <a:ext cx="21784" cy="9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1" name="文字方塊 1060">
            <a:extLst>
              <a:ext uri="{FF2B5EF4-FFF2-40B4-BE49-F238E27FC236}">
                <a16:creationId xmlns:a16="http://schemas.microsoft.com/office/drawing/2014/main" id="{EC3DC051-7592-CA06-19FE-2BF5D5B07DE6}"/>
              </a:ext>
            </a:extLst>
          </p:cNvPr>
          <p:cNvSpPr txBox="1"/>
          <p:nvPr/>
        </p:nvSpPr>
        <p:spPr>
          <a:xfrm>
            <a:off x="7085480" y="2853005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 err="1"/>
              <a:t>RAID6</a:t>
            </a:r>
            <a:endParaRPr lang="zh-TW" altLang="en-US" sz="1100" dirty="0"/>
          </a:p>
        </p:txBody>
      </p:sp>
      <p:sp>
        <p:nvSpPr>
          <p:cNvPr id="1063" name="文字方塊 1062">
            <a:extLst>
              <a:ext uri="{FF2B5EF4-FFF2-40B4-BE49-F238E27FC236}">
                <a16:creationId xmlns:a16="http://schemas.microsoft.com/office/drawing/2014/main" id="{6AB6C327-E9B9-7E34-EA45-99A7B72BCA4B}"/>
              </a:ext>
            </a:extLst>
          </p:cNvPr>
          <p:cNvSpPr txBox="1"/>
          <p:nvPr/>
        </p:nvSpPr>
        <p:spPr>
          <a:xfrm>
            <a:off x="7068988" y="3270849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 err="1"/>
              <a:t>RAID6</a:t>
            </a:r>
            <a:endParaRPr lang="zh-TW" altLang="en-US" sz="1100" dirty="0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FEBC55F7-F57C-136D-187F-82F0D223F0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535478"/>
              </p:ext>
            </p:extLst>
          </p:nvPr>
        </p:nvGraphicFramePr>
        <p:xfrm>
          <a:off x="4730784" y="2470483"/>
          <a:ext cx="2278238" cy="382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Impact" r:id="rId4" imgW="5351105" imgH="898398" progId="PI3.Image">
                  <p:embed/>
                </p:oleObj>
              </mc:Choice>
              <mc:Fallback>
                <p:oleObj name="PhotoImpact" r:id="rId4" imgW="5351105" imgH="898398" progId="PI3.Im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30784" y="2470483"/>
                        <a:ext cx="2278238" cy="382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物件 2">
            <a:extLst>
              <a:ext uri="{FF2B5EF4-FFF2-40B4-BE49-F238E27FC236}">
                <a16:creationId xmlns:a16="http://schemas.microsoft.com/office/drawing/2014/main" id="{51C4D6FF-C34A-9500-FDCA-EB63301FE8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91161"/>
              </p:ext>
            </p:extLst>
          </p:nvPr>
        </p:nvGraphicFramePr>
        <p:xfrm>
          <a:off x="4732462" y="2874094"/>
          <a:ext cx="2278238" cy="382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Impact" r:id="rId4" imgW="5351105" imgH="898398" progId="PI3.Image">
                  <p:embed/>
                </p:oleObj>
              </mc:Choice>
              <mc:Fallback>
                <p:oleObj name="PhotoImpact" r:id="rId4" imgW="5351105" imgH="898398" progId="PI3.Image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FEBC55F7-F57C-136D-187F-82F0D223F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32462" y="2874094"/>
                        <a:ext cx="2278238" cy="382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06D4DCEF-0DFE-8A86-5FA3-8ED096AB39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8712808"/>
              </p:ext>
            </p:extLst>
          </p:nvPr>
        </p:nvGraphicFramePr>
        <p:xfrm>
          <a:off x="4742509" y="3265982"/>
          <a:ext cx="2278238" cy="382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Impact" r:id="rId4" imgW="5351105" imgH="898398" progId="PI3.Image">
                  <p:embed/>
                </p:oleObj>
              </mc:Choice>
              <mc:Fallback>
                <p:oleObj name="PhotoImpact" r:id="rId4" imgW="5351105" imgH="898398" progId="PI3.Image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FEBC55F7-F57C-136D-187F-82F0D223F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42509" y="3265982"/>
                        <a:ext cx="2278238" cy="382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0B67DCA0-AE50-EDE1-89AA-DEDB63A09A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251813"/>
              </p:ext>
            </p:extLst>
          </p:nvPr>
        </p:nvGraphicFramePr>
        <p:xfrm>
          <a:off x="4752556" y="3657867"/>
          <a:ext cx="2278238" cy="382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Impact" r:id="rId4" imgW="5351105" imgH="898398" progId="PI3.Image">
                  <p:embed/>
                </p:oleObj>
              </mc:Choice>
              <mc:Fallback>
                <p:oleObj name="PhotoImpact" r:id="rId4" imgW="5351105" imgH="898398" progId="PI3.Image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FEBC55F7-F57C-136D-187F-82F0D223F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52556" y="3657867"/>
                        <a:ext cx="2278238" cy="382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8AAFF82C-04B6-345E-C2C8-5C28537B7E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915828"/>
              </p:ext>
            </p:extLst>
          </p:nvPr>
        </p:nvGraphicFramePr>
        <p:xfrm>
          <a:off x="4752556" y="4059802"/>
          <a:ext cx="2278238" cy="382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Impact" r:id="rId4" imgW="5351105" imgH="898398" progId="PI3.Image">
                  <p:embed/>
                </p:oleObj>
              </mc:Choice>
              <mc:Fallback>
                <p:oleObj name="PhotoImpact" r:id="rId4" imgW="5351105" imgH="898398" progId="PI3.Image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FEBC55F7-F57C-136D-187F-82F0D223F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52556" y="4059802"/>
                        <a:ext cx="2278238" cy="382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1BA3E715-C107-77A1-CC4F-1252D9E3D1A0}"/>
              </a:ext>
            </a:extLst>
          </p:cNvPr>
          <p:cNvSpPr txBox="1"/>
          <p:nvPr/>
        </p:nvSpPr>
        <p:spPr>
          <a:xfrm>
            <a:off x="7068987" y="3718323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 err="1"/>
              <a:t>RAID6</a:t>
            </a:r>
            <a:endParaRPr lang="zh-TW" altLang="en-US" sz="11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4E01CB7-C421-E352-7A67-2E6E71C8B4FD}"/>
              </a:ext>
            </a:extLst>
          </p:cNvPr>
          <p:cNvSpPr txBox="1"/>
          <p:nvPr/>
        </p:nvSpPr>
        <p:spPr>
          <a:xfrm>
            <a:off x="7068986" y="4124368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 err="1"/>
              <a:t>RAID6</a:t>
            </a:r>
            <a:endParaRPr lang="zh-TW" altLang="en-US" sz="1100" dirty="0"/>
          </a:p>
        </p:txBody>
      </p:sp>
      <p:sp>
        <p:nvSpPr>
          <p:cNvPr id="9" name="矩形 28">
            <a:extLst>
              <a:ext uri="{FF2B5EF4-FFF2-40B4-BE49-F238E27FC236}">
                <a16:creationId xmlns:a16="http://schemas.microsoft.com/office/drawing/2014/main" id="{81EF27F2-9C41-B275-D153-2434CA045263}"/>
              </a:ext>
            </a:extLst>
          </p:cNvPr>
          <p:cNvSpPr/>
          <p:nvPr/>
        </p:nvSpPr>
        <p:spPr>
          <a:xfrm>
            <a:off x="7730762" y="2893550"/>
            <a:ext cx="533400" cy="2404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9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209TB</a:t>
            </a:r>
            <a:endParaRPr lang="zh-TW" altLang="en-US" sz="9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0" name="矩形 28">
            <a:extLst>
              <a:ext uri="{FF2B5EF4-FFF2-40B4-BE49-F238E27FC236}">
                <a16:creationId xmlns:a16="http://schemas.microsoft.com/office/drawing/2014/main" id="{251E5AA1-9994-2A98-CA6A-38C424641ADD}"/>
              </a:ext>
            </a:extLst>
          </p:cNvPr>
          <p:cNvSpPr/>
          <p:nvPr/>
        </p:nvSpPr>
        <p:spPr>
          <a:xfrm>
            <a:off x="7730762" y="3297158"/>
            <a:ext cx="533400" cy="2404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9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209TB</a:t>
            </a:r>
            <a:endParaRPr lang="zh-TW" altLang="en-US" sz="9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1" name="矩形 28">
            <a:extLst>
              <a:ext uri="{FF2B5EF4-FFF2-40B4-BE49-F238E27FC236}">
                <a16:creationId xmlns:a16="http://schemas.microsoft.com/office/drawing/2014/main" id="{8A40C6E9-902C-DDB5-F967-766ACCA84CF6}"/>
              </a:ext>
            </a:extLst>
          </p:cNvPr>
          <p:cNvSpPr/>
          <p:nvPr/>
        </p:nvSpPr>
        <p:spPr>
          <a:xfrm>
            <a:off x="7730762" y="3700770"/>
            <a:ext cx="533400" cy="2404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9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209TB</a:t>
            </a:r>
            <a:endParaRPr lang="zh-TW" altLang="en-US" sz="9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3" name="矩形 28">
            <a:extLst>
              <a:ext uri="{FF2B5EF4-FFF2-40B4-BE49-F238E27FC236}">
                <a16:creationId xmlns:a16="http://schemas.microsoft.com/office/drawing/2014/main" id="{86596AEC-66D0-62A7-048D-9FE6D486FA9A}"/>
              </a:ext>
            </a:extLst>
          </p:cNvPr>
          <p:cNvSpPr/>
          <p:nvPr/>
        </p:nvSpPr>
        <p:spPr>
          <a:xfrm>
            <a:off x="7730762" y="4132844"/>
            <a:ext cx="533400" cy="2404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9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209TB</a:t>
            </a:r>
            <a:endParaRPr lang="zh-TW" altLang="en-US" sz="9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B9751C4-DC4B-B10B-8674-8FE92A065FAA}"/>
              </a:ext>
            </a:extLst>
          </p:cNvPr>
          <p:cNvSpPr txBox="1"/>
          <p:nvPr/>
        </p:nvSpPr>
        <p:spPr>
          <a:xfrm>
            <a:off x="3274357" y="5080000"/>
            <a:ext cx="621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注意</a:t>
            </a:r>
            <a:r>
              <a:rPr lang="en-US" altLang="zh-TW" dirty="0">
                <a:solidFill>
                  <a:srgbClr val="FF0000"/>
                </a:solidFill>
              </a:rPr>
              <a:t>: </a:t>
            </a:r>
            <a:r>
              <a:rPr lang="zh-TW" altLang="en-US" dirty="0">
                <a:solidFill>
                  <a:srgbClr val="FF0000"/>
                </a:solidFill>
              </a:rPr>
              <a:t>每</a:t>
            </a:r>
            <a:r>
              <a:rPr lang="en-US" altLang="zh-TW" dirty="0">
                <a:solidFill>
                  <a:srgbClr val="FF0000"/>
                </a:solidFill>
              </a:rPr>
              <a:t>1000TB </a:t>
            </a:r>
            <a:r>
              <a:rPr lang="zh-TW" altLang="en-US" dirty="0">
                <a:solidFill>
                  <a:srgbClr val="FF0000"/>
                </a:solidFill>
              </a:rPr>
              <a:t>為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個</a:t>
            </a:r>
            <a:r>
              <a:rPr lang="en-US" altLang="zh-TW" dirty="0">
                <a:solidFill>
                  <a:srgbClr val="FF0000"/>
                </a:solidFill>
              </a:rPr>
              <a:t>Volume, Volume </a:t>
            </a:r>
            <a:r>
              <a:rPr lang="zh-TW" altLang="en-US" dirty="0">
                <a:solidFill>
                  <a:srgbClr val="FF0000"/>
                </a:solidFill>
              </a:rPr>
              <a:t>上可建立數個</a:t>
            </a:r>
            <a:r>
              <a:rPr lang="en-US" altLang="zh-TW" dirty="0">
                <a:solidFill>
                  <a:srgbClr val="FF0000"/>
                </a:solidFill>
              </a:rPr>
              <a:t>ISCSI LUN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30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3505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70104">
            <a:solidFill>
              <a:srgbClr val="005B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30891" y="2844292"/>
            <a:ext cx="275082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TW" altLang="en-US" sz="3400" b="0" spc="235" dirty="0">
                <a:solidFill>
                  <a:srgbClr val="7E7E7E"/>
                </a:solidFill>
                <a:latin typeface="SimSun"/>
                <a:cs typeface="SimSun"/>
              </a:rPr>
              <a:t>謝謝觀看</a:t>
            </a:r>
            <a:endParaRPr sz="3400" dirty="0">
              <a:latin typeface="SimSun"/>
              <a:cs typeface="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02346" y="3565397"/>
            <a:ext cx="761365" cy="49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-1710" dirty="0">
                <a:solidFill>
                  <a:srgbClr val="0FB6D6"/>
                </a:solidFill>
                <a:latin typeface="SimSun"/>
                <a:cs typeface="SimSun"/>
              </a:rPr>
              <a:t>．</a:t>
            </a:r>
            <a:r>
              <a:rPr sz="3050" spc="-1685" dirty="0">
                <a:solidFill>
                  <a:srgbClr val="005DE9"/>
                </a:solidFill>
                <a:latin typeface="SimSun"/>
                <a:cs typeface="SimSun"/>
              </a:rPr>
              <a:t>．</a:t>
            </a:r>
            <a:r>
              <a:rPr sz="3050" spc="25" dirty="0">
                <a:solidFill>
                  <a:srgbClr val="3636A8"/>
                </a:solidFill>
                <a:latin typeface="SimSun"/>
                <a:cs typeface="SimSun"/>
              </a:rPr>
              <a:t>．</a:t>
            </a:r>
            <a:endParaRPr sz="3050">
              <a:latin typeface="SimSun"/>
              <a:cs typeface="SimSun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76CE9C-9F16-42B8-B983-74FEF141C963}"/>
              </a:ext>
            </a:extLst>
          </p:cNvPr>
          <p:cNvSpPr/>
          <p:nvPr/>
        </p:nvSpPr>
        <p:spPr>
          <a:xfrm>
            <a:off x="11668125" y="6438900"/>
            <a:ext cx="438944" cy="1616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810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Synology 2014">
  <a:themeElements>
    <a:clrScheme name="機器人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機器人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SS2013 Taipei.pptx" id="{F0402729-7F5B-4B37-826C-1018715F47AD}" vid="{DA85BD4E-58BE-44DF-B004-9DB869411F9F}"/>
    </a:ext>
  </a:extLst>
</a:theme>
</file>

<file path=ppt/theme/theme2.xml><?xml version="1.0" encoding="utf-8"?>
<a:theme xmlns:a="http://schemas.openxmlformats.org/drawingml/2006/main" name="3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Office 佈景主題">
  <a:themeElements>
    <a:clrScheme name="灰階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8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Synology 2017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ynology 2017" id="{9EAB6966-5247-41DE-A808-7D241F1273FE}" vid="{7ED29DE7-C210-4381-AE5A-11A85D844C49}"/>
    </a:ext>
  </a:extLst>
</a:theme>
</file>

<file path=ppt/theme/theme8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3522</TotalTime>
  <Words>86</Words>
  <Application>Microsoft Office PowerPoint</Application>
  <PresentationFormat>寬螢幕</PresentationFormat>
  <Paragraphs>24</Paragraphs>
  <Slides>3</Slides>
  <Notes>2</Notes>
  <HiddenSlides>0</HiddenSlides>
  <MMClips>0</MMClips>
  <ScaleCrop>false</ScaleCrop>
  <HeadingPairs>
    <vt:vector size="8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8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25" baseType="lpstr">
      <vt:lpstr>Kozuka Gothic Pr6N B</vt:lpstr>
      <vt:lpstr>Kozuka Gothic Pr6N EL</vt:lpstr>
      <vt:lpstr>Kozuka Gothic Pro EL</vt:lpstr>
      <vt:lpstr>SimSun</vt:lpstr>
      <vt:lpstr>超研澤粗黑</vt:lpstr>
      <vt:lpstr>Microsoft JhengHei</vt:lpstr>
      <vt:lpstr>Microsoft JhengHei</vt:lpstr>
      <vt:lpstr>源泉圓體 B</vt:lpstr>
      <vt:lpstr>Arial</vt:lpstr>
      <vt:lpstr>Calibri</vt:lpstr>
      <vt:lpstr>Calibri Light</vt:lpstr>
      <vt:lpstr>Helvetica</vt:lpstr>
      <vt:lpstr>Trebuchet MS</vt:lpstr>
      <vt:lpstr>2_Synology 2014</vt:lpstr>
      <vt:lpstr>3_Office 佈景主題</vt:lpstr>
      <vt:lpstr>4_Office 佈景主題</vt:lpstr>
      <vt:lpstr>5_Office 佈景主題</vt:lpstr>
      <vt:lpstr>6_Office 佈景主題</vt:lpstr>
      <vt:lpstr>8_Office 佈景主題</vt:lpstr>
      <vt:lpstr>Synology 2017</vt:lpstr>
      <vt:lpstr>自訂設計</vt:lpstr>
      <vt:lpstr>PhotoImpact</vt:lpstr>
      <vt:lpstr>PowerPoint 簡報</vt:lpstr>
      <vt:lpstr>Synology HD6500儲存空間規劃</vt:lpstr>
      <vt:lpstr>謝謝觀看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Synology Introduction</dc:title>
  <dc:creator>rayc</dc:creator>
  <cp:lastModifiedBy>舒豪 張</cp:lastModifiedBy>
  <cp:revision>285</cp:revision>
  <dcterms:created xsi:type="dcterms:W3CDTF">2016-06-13T02:48:00Z</dcterms:created>
  <dcterms:modified xsi:type="dcterms:W3CDTF">2026-10-06T06:17:29Z</dcterms:modified>
</cp:coreProperties>
</file>